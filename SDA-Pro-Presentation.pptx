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53A"/>
          </a:solidFill>
          <a:ln w="12700">
            <a:solidFill>
              <a:srgbClr val="162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SDA-Pro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Incident Response &amp;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Mitigation Platform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8046720" cy="0"/>
          </a:xfrm>
          <a:prstGeom prst="line">
            <a:avLst/>
          </a:prstGeom>
          <a:noFill/>
          <a:ln w="1905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A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Design &amp; Architecture — Semester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Zahid  (54481)     |     Malik Hamza Shahid  (54523)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Submission: 29th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773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SDA-Pro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4773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Zahid (54481)  |  Malik Hamza Shahid (54523)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Executive Summary &amp; Domain Problem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System Architecture (SOA, MVC, Layered, Event-Driven)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All 12 Design Patterns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End-to-End System Flow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Architecture Decision Records (ADRs)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Live Demo Output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Acceptance Criteria Checklist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SDA-Pro?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773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SDA-Pro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4773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Zahid (54481)  |  Malik Hamza Shahid (54523)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— SDA-Pro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023360" cy="356616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SOC (Security Operations Center) platform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Automates threat alert triage &amp; response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all 12 GoF design patterns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 4 architecture styles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MTTD and MTTR significantly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201168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960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286000"/>
            <a:ext cx="201168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57200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Styles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657600"/>
            <a:ext cx="201168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3703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57200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Sources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914400"/>
            <a:ext cx="201168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960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76656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States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2286000"/>
            <a:ext cx="201168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76656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Actions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Styles Working Together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773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SDA-Pro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4773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Zahid (54481)  |  Malik Hamza Shahid (54523)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Architecture Styles in SDA-Pro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73152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autonomous service packages with defined contracts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1691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14630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Dashboard: Controllers / Models / Views separation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34640"/>
            <a:ext cx="73152" cy="1691640"/>
          </a:xfrm>
          <a:prstGeom prst="rect">
            <a:avLst/>
          </a:prstGeom>
          <a:solidFill>
            <a:srgbClr val="1E6B3A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26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3337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-&gt; Service -&gt; Domain within every service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2F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34640"/>
            <a:ext cx="73152" cy="169164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26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92040" y="3337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EventBusPublisher + 4 Observer subscribers; decoupled updates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773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SDA-Pro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4773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Zahid (54481)  |  Malik Hamza Shahid (54523)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 Service Map — 8 Services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60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966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Ingestion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441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+ Factory Method + Singleton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4160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025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 &amp; Correlation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3500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Factory + Chain of Responsibility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160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083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3558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Pattern (7 states)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4160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142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Orchestration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3616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Facade + Strategy + Decorator + Proxy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60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9966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3441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+ Proxy (Caching + RateLimit + AccessControl)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965960"/>
            <a:ext cx="4160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0025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3500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Factory (Email + Slack + PagerDuty)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4160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0083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3558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consumer — immutable logs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977640"/>
            <a:ext cx="416052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40142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Dashboard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43616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 — Controllers, Models, Views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Patterns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Gang-of-Four Patterns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773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SDA-Pro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4773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Zahid (54481)  |  Malik Hamza Shahid (54523)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Design Patterns — Overview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83464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283464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636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075688"/>
            <a:ext cx="283464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30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Method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642616"/>
            <a:ext cx="283464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Factory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46120" y="960120"/>
            <a:ext cx="283464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960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46120" y="1508760"/>
            <a:ext cx="283464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5636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46120" y="2075688"/>
            <a:ext cx="283464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130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Facade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2642616"/>
            <a:ext cx="283464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3209544"/>
            <a:ext cx="283464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2644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Decorator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46120" y="3776472"/>
            <a:ext cx="283464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8313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960120"/>
            <a:ext cx="2834640" cy="457200"/>
          </a:xfrm>
          <a:prstGeom prst="rect">
            <a:avLst/>
          </a:prstGeom>
          <a:solidFill>
            <a:srgbClr val="1E6B3A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960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0" y="1508760"/>
            <a:ext cx="283464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15636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2075688"/>
            <a:ext cx="283464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130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Resp.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0" y="2642616"/>
            <a:ext cx="283464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3209544"/>
            <a:ext cx="283464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2644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773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SDA-Pro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4773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Zahid (54481)  |  Malik Hamza Shahid (54523)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Creational Patterns — Deep Dive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123444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73152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100584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IngestionConfigManager, ThreatIntelCache, EventBusPublisher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43560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config, cache, event coordinator — prevents duplicate instances and inconsistent state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8595360" cy="123444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31720"/>
            <a:ext cx="73152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Method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237744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AlertNormalizerFactory, ResponseActionFactory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0720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alert sources produce different formats; factory selects the right normalizer without client knowing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3703320"/>
            <a:ext cx="8595360" cy="123444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03320"/>
            <a:ext cx="73152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Factory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14600" y="374904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EnrichmentProviderFactory, PremiumEnrichmentFactory, StandardEnrichmentFactory, NotificationFactory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7880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families of enrichment handlers (GeoIP+ThreatIntel+Asset) or notifiers (Email+Slack+PagerDuty) as a unit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773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SDA-Pro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4773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Zahid (54481)  |  Malik Hamza Shahid (54523)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Patterns — Deep Dive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73152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96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99669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AlertComponent, SingleAlert, AlertCampaign, IncidentCluster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3258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single alerts and multi-alert campaigns uniformly — enables enrichment and response on both without type checks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1801368"/>
            <a:ext cx="859536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01368"/>
            <a:ext cx="73152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379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Facade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183794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IncidentResponseFacade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1671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Hides complex coordination of strategy+factory+decorator+proxy+events behind one assessAndRespond() call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642616"/>
            <a:ext cx="859536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642616"/>
            <a:ext cx="73152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79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94560" y="26791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SplunkAdapter, FirewallAdapter, CrowdStrikeAdapter, VirusTotalAdapter, MISPAdapter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00837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adapters convert 5 incompatible external APIs into SDA-Pro canonical interfaces without changing core logic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483864"/>
            <a:ext cx="859536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483864"/>
            <a:ext cx="73152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94560" y="35204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AuditLogDecorator, ApprovalGateDecorator, RollbackDecorator, MetricsDecorator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84962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audit/approval/rollback/metrics to response actions dynamically — chained at runtime without subclassing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4325112"/>
            <a:ext cx="859536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325112"/>
            <a:ext cx="73152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61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194560" y="436168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CachingThreatIntelProxy, RateLimitThreatIntelProxy, AccessControlThreatIntelProxy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6908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expensive API calls, enforce rate limits, validate roles — all transparent to the action/handler client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773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SDA-Pro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4773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Zahid (54481)  |  Malik Hamza Shahid (54523)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Patterns — Deep Dive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9418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73152" cy="941832"/>
          </a:xfrm>
          <a:prstGeom prst="rect">
            <a:avLst/>
          </a:prstGeom>
          <a:solidFill>
            <a:srgbClr val="1E6B3A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23160" y="10058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NewState, UnderTriageState, ContainmentState, EradicationState, RecoveryState, PostIncidentReviewState, ClosedState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39903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state classes encapsulate state-specific behavior and enforce only legal incident lifecycle transitions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993392"/>
            <a:ext cx="8595360" cy="9418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93392"/>
            <a:ext cx="73152" cy="941832"/>
          </a:xfrm>
          <a:prstGeom prst="rect">
            <a:avLst/>
          </a:prstGeom>
          <a:solidFill>
            <a:srgbClr val="1E6B3A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39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Resp.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23160" y="20391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DeduplicationHandler, GeoIPHandler, ThreatIntelHandler, AssetContextHandler, ClassificationHandler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32304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enrichment stages chained at runtime — each handler processes and passes to next; pipeline is configurable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026664"/>
            <a:ext cx="8595360" cy="9418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026664"/>
            <a:ext cx="73152" cy="941832"/>
          </a:xfrm>
          <a:prstGeom prst="rect">
            <a:avLst/>
          </a:prstGeom>
          <a:solidFill>
            <a:srgbClr val="1E6B3A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723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23160" y="307238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EventBusPublisher, DashboardUpdater, AuditLogger, NotificationDispatcher, MetricsCollector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46557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EventBus publishes domain events; 4 observers react without publisher knowing them — true loose coupling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059936"/>
            <a:ext cx="8595360" cy="9418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059936"/>
            <a:ext cx="73152" cy="941832"/>
          </a:xfrm>
          <a:prstGeom prst="rect">
            <a:avLst/>
          </a:prstGeom>
          <a:solidFill>
            <a:srgbClr val="1E6B3A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056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23160" y="41056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AggressiveContainmentStrategy, BalancedStrategy, ConservativeStrategy, WatchAndWaitStrategy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49884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algorithm selected at runtime by severity: CRITICAL=Aggressive, HIGH=Balanced, MEDIUM=Conservative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Flow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Alert to Closed Incident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773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SDA-Pro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4773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Zahid (54481)  |  Malik Hamza Shahid (54523)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Flow — 6 Steps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45720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307592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10149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Ingestion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47218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+ Factory Method + Singleton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31720"/>
            <a:ext cx="457200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679192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23865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Grouping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84378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Pattern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70332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03320"/>
            <a:ext cx="457200" cy="1234440"/>
          </a:xfrm>
          <a:prstGeom prst="rect">
            <a:avLst/>
          </a:prstGeom>
          <a:solidFill>
            <a:srgbClr val="1E6B3A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4050792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" y="37581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 Pipeline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21538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Factory + Chain of Resp. + Proxy + Adapter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96012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2F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960120"/>
            <a:ext cx="457200" cy="123444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307592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94960" y="10149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Lifecycle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147218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Pattern (7 states)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33172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331720"/>
            <a:ext cx="45720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679192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94960" y="23865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Orchestration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284378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Facade + Strategy + Decorator + Proxy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370332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2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703320"/>
            <a:ext cx="457200" cy="1234440"/>
          </a:xfrm>
          <a:prstGeom prst="rect">
            <a:avLst/>
          </a:prstGeom>
          <a:solidFill>
            <a:srgbClr val="C02020"/>
          </a:solidFill>
          <a:ln w="12700">
            <a:solidFill>
              <a:srgbClr val="C02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4050792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394960" y="37581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&amp; Dashboard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94960" y="421538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+ MVC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Decision Records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Key Decisions Documented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773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SDA-Pro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4773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Zahid (54481)  |  Malik Hamza Shahid (54523)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Records (ADRs)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9144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43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99669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 vs Microservices vs Modular Monolith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13624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SOA in one codebase — clear service boundaries without full microservices overhead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1801368"/>
            <a:ext cx="859536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01368"/>
            <a:ext cx="9144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842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183794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Synchronous vs Asynchronous Communication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2037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Hybrid: sync for core flow, async EventBus for dashboard/audit/notification side effects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642616"/>
            <a:ext cx="859536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642616"/>
            <a:ext cx="9144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254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267919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Strategy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30449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for prototype; PostgreSQL (incidents/audit) + Redis (cache/sessions) for production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483864"/>
            <a:ext cx="859536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483864"/>
            <a:ext cx="9144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6667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35204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 Caching Strategy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38862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Pattern: CachingProxy + RateLimitProxy + AccessControlProxy chain before adapters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4325112"/>
            <a:ext cx="859536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325112"/>
            <a:ext cx="9144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5079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25880" y="436168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Push Strategy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4727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Observer-based in-memory event bus; maps to WebSockets/SSE + RabbitMQ/Kafka in production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773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SDA-Pro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4773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Zahid (54481)  |  Malik Hamza Shahid (54523)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Output — MainDemo.java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3703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005840"/>
            <a:ext cx="83210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SDA-Pro -- Security Incident Response &amp; Threat Mitigation Platform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Team: Hassan Zahid (54481) | Malik Hamza Shahid (54523)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[Adapter] Pulling SIEM alert from SDA-Pro Splunk mock connector...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[Factory Method] SIEM normalizer mapped raw login data to CanonicalAlert.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[AbstractFactory] PremiumEnrichmentFactory: creating ThreatIntelHandler with VirusTotal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[Proxy] Cache miss. Querying external reputation adapter...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[Adapter] VirusTotalAdapter reputation lookup for: 203.0.113.45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[Chain] ThreatIntelHandler: ReputationResult{203.0.113.45, score=92, verdict='MALICIOUS'}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[State] NewState -&gt; UnderTriageState -&gt; ContainmentState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[Facade] Coordinating SDA-Pro response workflow for INC-001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[Strategy] Aggressive Containment selected for CRITICAL incident.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[Decorator] AuditLogDecorator + ApprovalGateDecorator + MetricsDecorator chained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[Action] Blocking malicious IP: 203.0.113.45  |  Quarantine + Isolate executed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[Observer] Dashboard, Audit, Notification, Metrics all notified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[State] ContainmentState -&gt; Eradication -&gt; Recovery -&gt; Closed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773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SDA-Pro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4773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Zahid (54481)  |  Malik Hamza Shahid (54523)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— All PASS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420624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420624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4241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0058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from 2+ sources ingested and normalized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0058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sources (Splunk + Firewall + CrowdStrike)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453896"/>
            <a:ext cx="8595360" cy="420624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53896"/>
            <a:ext cx="420624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5361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149961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Responsibility — min. 3 handlers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14996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handlers implemented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947672"/>
            <a:ext cx="8595360" cy="420624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947672"/>
            <a:ext cx="420624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0299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199339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grouping into Campaigns / Clusters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19933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AlertCampaign + IncidentCluster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441448"/>
            <a:ext cx="8595360" cy="420624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441448"/>
            <a:ext cx="420624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52374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24871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through all 6 states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24871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state classes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935224"/>
            <a:ext cx="8595360" cy="420624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935224"/>
            <a:ext cx="420624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0175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298094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2 response strategies executable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5040" y="29809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strategies (Aggressive/Balanced/Conservative/Watch)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429000"/>
            <a:ext cx="8595360" cy="420624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429000"/>
            <a:ext cx="420624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51129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" y="34747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threat intel adapters via Proxy + Adapter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35040" y="34747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VirusTotal + MISP behind 3 proxy variants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922776"/>
            <a:ext cx="8595360" cy="420624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922776"/>
            <a:ext cx="420624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00507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4672" y="39684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patterns annotated // PATTERN: Name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35040" y="39684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annotations across 96 Java files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4416552"/>
            <a:ext cx="8595360" cy="420624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416552"/>
            <a:ext cx="420624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49884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4672" y="446227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 architecture styles documented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035040" y="44622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+ ADRs + directory evidence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53A"/>
          </a:solidFill>
          <a:ln w="12700">
            <a:solidFill>
              <a:srgbClr val="162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8046720" cy="0"/>
          </a:xfrm>
          <a:prstGeom prst="line">
            <a:avLst/>
          </a:prstGeom>
          <a:noFill/>
          <a:ln w="1905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GoF design patterns implemented naturally from domain requirements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 architecture styles applied with full documentation and evidence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pipeline: Alert ingestion -&gt; Enrichment -&gt; Incident -&gt; Response -&gt; Audit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annotated source code (96 Java files, 35 pattern annotations)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docs: UML diagrams, 5 ADRs, API contracts, demo output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Zahid  (54481)  |  Malik Hamza Shahid  (54523)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SDA-Pro — Security Incident Response &amp; Threat Mitigation Platform</dc:title>
  <dc:subject>PptxGenJS Presentation</dc:subject>
  <dc:creator>Hassan Zahid | Malik Hamza Shahid</dc:creator>
  <cp:lastModifiedBy>Hassan Zahid | Malik Hamza Shahid</cp:lastModifiedBy>
  <cp:revision>1</cp:revision>
  <dcterms:created xsi:type="dcterms:W3CDTF">2026-05-31T17:07:35Z</dcterms:created>
  <dcterms:modified xsi:type="dcterms:W3CDTF">2026-05-31T17:07:35Z</dcterms:modified>
</cp:coreProperties>
</file>